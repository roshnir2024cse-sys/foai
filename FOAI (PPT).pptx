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7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868680"/>
            <a:ext cx="65836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2F8F5"/>
                </a:solidFill>
                <a:latin typeface="Aptos Display"/>
              </a:defRPr>
            </a:pPr>
            <a:r>
              <a:rPr dirty="0"/>
              <a:t>ECOWISE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080260"/>
            <a:ext cx="5852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A6F5CE"/>
                </a:solidFill>
                <a:latin typeface="Aptos Display"/>
              </a:defRPr>
            </a:pPr>
            <a:r>
              <a:t>Smart Energy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686050"/>
            <a:ext cx="58521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7CCC3"/>
                </a:solidFill>
                <a:latin typeface="Aptos"/>
              </a:defRPr>
            </a:pPr>
            <a:r>
              <a:rPr dirty="0"/>
              <a:t>Know your energy. Lower your impact.</a:t>
            </a:r>
          </a:p>
          <a:p>
            <a:pPr>
              <a:spcAft>
                <a:spcPts val="600"/>
              </a:spcAft>
              <a:defRPr sz="1600" b="0">
                <a:solidFill>
                  <a:srgbClr val="B7CCC3"/>
                </a:solidFill>
                <a:latin typeface="Aptos"/>
              </a:defRPr>
            </a:pPr>
            <a:r>
              <a:rPr dirty="0"/>
              <a:t>A simple platform to estimate appliance energy use, electricity cost, and carbon footprint.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4552346"/>
            <a:ext cx="5394960" cy="15358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2F8F5"/>
                </a:solidFill>
                <a:latin typeface="Aptos"/>
              </a:defRPr>
            </a:pPr>
            <a:r>
              <a:rPr lang="en-US" sz="2000" dirty="0"/>
              <a:t>DEPARTMENT: CSE</a:t>
            </a:r>
          </a:p>
          <a:p>
            <a:pPr>
              <a:spcAft>
                <a:spcPts val="600"/>
              </a:spcAft>
              <a:defRPr sz="1500" b="1">
                <a:solidFill>
                  <a:srgbClr val="F2F8F5"/>
                </a:solidFill>
                <a:latin typeface="Aptos"/>
              </a:defRPr>
            </a:pPr>
            <a:r>
              <a:rPr sz="2000" dirty="0"/>
              <a:t>Presented by</a:t>
            </a:r>
            <a:r>
              <a:rPr lang="en-US" sz="2000" dirty="0"/>
              <a:t> </a:t>
            </a:r>
            <a:r>
              <a:rPr sz="2000" dirty="0"/>
              <a:t>:</a:t>
            </a:r>
            <a:endParaRPr lang="en-US" sz="2000" dirty="0"/>
          </a:p>
          <a:p>
            <a:pPr>
              <a:spcAft>
                <a:spcPts val="600"/>
              </a:spcAft>
              <a:defRPr sz="1500" b="1">
                <a:solidFill>
                  <a:srgbClr val="F2F8F5"/>
                </a:solidFill>
                <a:latin typeface="Aptos"/>
              </a:defRPr>
            </a:pPr>
            <a:r>
              <a:rPr sz="2000" dirty="0"/>
              <a:t>ROSHNI R</a:t>
            </a:r>
            <a:r>
              <a:rPr lang="en-US" sz="2000" dirty="0"/>
              <a:t>(240701443)</a:t>
            </a:r>
          </a:p>
          <a:p>
            <a:pPr>
              <a:spcAft>
                <a:spcPts val="600"/>
              </a:spcAft>
              <a:defRPr sz="1500" b="1">
                <a:solidFill>
                  <a:srgbClr val="F2F8F5"/>
                </a:solidFill>
                <a:latin typeface="Aptos"/>
              </a:defRPr>
            </a:pPr>
            <a:r>
              <a:rPr lang="en-US" sz="2000" dirty="0"/>
              <a:t>KEERTANA AS(240701252)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731520"/>
            <a:ext cx="3429000" cy="544068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96528" y="1417320"/>
            <a:ext cx="1463040" cy="1463040"/>
          </a:xfrm>
          <a:prstGeom prst="ellipse">
            <a:avLst/>
          </a:prstGeom>
          <a:solidFill>
            <a:srgbClr val="14362D"/>
          </a:solidFill>
          <a:ln w="25400">
            <a:solidFill>
              <a:srgbClr val="40D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6840" y="1645920"/>
            <a:ext cx="105156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FFCD4D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46120"/>
            <a:ext cx="265176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2F8F5"/>
                </a:solidFill>
                <a:latin typeface="Aptos"/>
              </a:defRPr>
            </a:pPr>
            <a:r>
              <a:t>Measure.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2F8F5"/>
                </a:solidFill>
                <a:latin typeface="Aptos"/>
              </a:defRPr>
            </a:pPr>
            <a:r>
              <a:t>Understand.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2F8F5"/>
                </a:solidFill>
                <a:latin typeface="Aptos"/>
              </a:defRPr>
            </a:pPr>
            <a:r>
              <a:t>Optimize.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166360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40DC85"/>
                </a:solidFill>
                <a:latin typeface="Aptos"/>
              </a:defRPr>
            </a:pPr>
            <a:r>
              <a:rPr dirty="0"/>
              <a:t>POWER YOUR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52760" cy="420624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9875520" cy="3200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2F8F5"/>
                </a:solidFill>
                <a:latin typeface="Aptos"/>
              </a:defRPr>
            </a:pPr>
            <a:r>
              <a:t>EcoWise AI is a web-based energy monitoring and awareness platform. Users can enter appliance details and estimate electricity consumption, cost, and carbon footprint. The system presents usage history, monthly summaries, and energy-saving suggestions in a clear dashboard. It uses a Flask backend, an SQLite database, and a simple web interface. The goal is to help users understand where electricity is used and make more informed energy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Problem Statement &amp;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425196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03520" cy="425196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7091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532888"/>
            <a:ext cx="77724" cy="77724"/>
          </a:xfrm>
          <a:prstGeom prst="ellipse">
            <a:avLst/>
          </a:prstGeom>
          <a:solidFill>
            <a:srgbClr val="FF7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423160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People often see only the total electricity bill, not appliance-wise usage.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429000"/>
            <a:ext cx="77724" cy="77724"/>
          </a:xfrm>
          <a:prstGeom prst="ellipse">
            <a:avLst/>
          </a:prstGeom>
          <a:solidFill>
            <a:srgbClr val="FF7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3319272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It can be difficult to identify which devices consume more energy.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325112"/>
            <a:ext cx="77724" cy="77724"/>
          </a:xfrm>
          <a:prstGeom prst="ellipse">
            <a:avLst/>
          </a:prstGeom>
          <a:solidFill>
            <a:srgbClr val="FF7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4215383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Generic advice may not fit each user's daily habits.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0DC85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6510528" y="2532888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8" y="2423160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Calculate estimated energy use and cost from appliance inputs.</a:t>
            </a:r>
          </a:p>
        </p:txBody>
      </p:sp>
      <p:sp>
        <p:nvSpPr>
          <p:cNvPr id="18" name="Oval 17"/>
          <p:cNvSpPr/>
          <p:nvPr/>
        </p:nvSpPr>
        <p:spPr>
          <a:xfrm>
            <a:off x="6510528" y="3429000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3319272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Show daily history, monthly summaries, and carbon footprint estimates.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4325112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8" y="4215383"/>
            <a:ext cx="4389120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Provide practical energy-saving tips through a simple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How EcoWise AI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81328"/>
            <a:ext cx="10287000" cy="713232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645920"/>
            <a:ext cx="594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2763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18488"/>
            <a:ext cx="7132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Add appliance details and hours of use.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03704"/>
            <a:ext cx="0" cy="173736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395728"/>
            <a:ext cx="10287000" cy="713232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560320"/>
            <a:ext cx="594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4203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32888"/>
            <a:ext cx="7132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Estimate energy consumption and cost.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118104"/>
            <a:ext cx="0" cy="173736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310128"/>
            <a:ext cx="10287000" cy="713232"/>
          </a:xfrm>
          <a:prstGeom prst="roundRect">
            <a:avLst/>
          </a:prstGeom>
          <a:solidFill>
            <a:srgbClr val="14362D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474720"/>
            <a:ext cx="594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47288"/>
            <a:ext cx="7132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Save records in the SQLite database.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4032504"/>
            <a:ext cx="0" cy="173736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224528"/>
            <a:ext cx="10287000" cy="713232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389120"/>
            <a:ext cx="594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7083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361688"/>
            <a:ext cx="7132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View history, monthly use, and carbon estimates.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946904"/>
            <a:ext cx="0" cy="173736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5138928"/>
            <a:ext cx="10287000" cy="713232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5303520"/>
            <a:ext cx="594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85232"/>
            <a:ext cx="1600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0DC85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276088"/>
            <a:ext cx="7132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2F8F5"/>
                </a:solidFill>
                <a:latin typeface="Aptos"/>
              </a:defRPr>
            </a:pPr>
            <a:r>
              <a:t>Use personalized tips to explore better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52760" cy="530352"/>
          </a:xfrm>
          <a:prstGeom prst="roundRect">
            <a:avLst/>
          </a:prstGeom>
          <a:solidFill>
            <a:srgbClr val="14362D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0DC85"/>
                </a:solidFill>
                <a:latin typeface="Aptos"/>
              </a:defRPr>
            </a:pPr>
            <a: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0DC85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691640"/>
            <a:ext cx="5394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0DC85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106527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1600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2F8F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77440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6F5CE"/>
                </a:solidFill>
                <a:latin typeface="Aptos"/>
              </a:defRPr>
            </a:pPr>
            <a:r>
              <a:t>HTML, CSS,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77440"/>
            <a:ext cx="5440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Pages, forms, dashboard, and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44952"/>
            <a:ext cx="106527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09544"/>
            <a:ext cx="1600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2F8F5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82112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6F5CE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182112"/>
            <a:ext cx="5440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Application routes, calculations, and request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106527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14215"/>
            <a:ext cx="1600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2F8F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986784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6F5CE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986784"/>
            <a:ext cx="5440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Store user details and energy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54296"/>
            <a:ext cx="106527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818888"/>
            <a:ext cx="1600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2F8F5"/>
                </a:solidFill>
                <a:latin typeface="Aptos"/>
              </a:defRPr>
            </a:pPr>
            <a:r>
              <a:t>Data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791456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6F5CE"/>
                </a:solidFill>
                <a:latin typeface="Aptos"/>
              </a:defRPr>
            </a:pPr>
            <a:r>
              <a:t>JSON + 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791456"/>
            <a:ext cx="5440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Import existing JSON records when the app first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104241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490472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463039"/>
            <a:ext cx="7223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HTML • CSS • JavaScript • Appliance forms • Dashboard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993391"/>
            <a:ext cx="0" cy="228600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2258568"/>
            <a:ext cx="104241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423160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FLASK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95727"/>
            <a:ext cx="72237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rPr dirty="0"/>
              <a:t>Routes • Input validation • Energy calculations</a:t>
            </a:r>
            <a:r>
              <a:rPr lang="en-US" dirty="0"/>
              <a:t> </a:t>
            </a:r>
            <a:r>
              <a:rPr lang="en-IN" dirty="0"/>
              <a:t> • CSP backtracking • Hill climbing(ALGORITHM)</a:t>
            </a:r>
            <a:endParaRPr dirty="0"/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926079"/>
            <a:ext cx="0" cy="228600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191256"/>
            <a:ext cx="10424160" cy="658368"/>
          </a:xfrm>
          <a:prstGeom prst="roundRect">
            <a:avLst/>
          </a:prstGeom>
          <a:solidFill>
            <a:srgbClr val="14362D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355848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APPLICATION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28416"/>
            <a:ext cx="7223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Usage history • Monthly summary • Carbon estimate • Tips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858768"/>
            <a:ext cx="0" cy="228600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123944"/>
            <a:ext cx="104241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288536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61104"/>
            <a:ext cx="7223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Users • Energy records • Saved calculation history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791456"/>
            <a:ext cx="0" cy="228600"/>
          </a:xfrm>
          <a:prstGeom prst="line">
            <a:avLst/>
          </a:prstGeom>
          <a:ln w="19050">
            <a:solidFill>
              <a:srgbClr val="40D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" y="5056632"/>
            <a:ext cx="10424160" cy="658368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221224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93792"/>
            <a:ext cx="7223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2F8F5"/>
                </a:solidFill>
                <a:latin typeface="Aptos"/>
              </a:defRPr>
            </a:pPr>
            <a:r>
              <a:t>Consumption • Cost • Charts • Footprint estimates •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Current Impact &amp;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099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ENERGY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48839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Estimate daily consumption and electricity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7099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USAGE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148839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Review previously saved energy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7099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MONTHLY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148839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Understand usage patterns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675887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CARBON 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114800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See an estimated emissions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3675887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SAVING 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114800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Get practical ideas for reducing avoidable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474720"/>
            <a:ext cx="3337560" cy="160020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8" y="3675887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0DC85"/>
                </a:solidFill>
                <a:latin typeface="Aptos"/>
              </a:defRPr>
            </a:pPr>
            <a:r>
              <a:t>ACCURACY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114800"/>
            <a:ext cx="28803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2F8F5"/>
                </a:solidFill>
                <a:latin typeface="Aptos"/>
              </a:defRPr>
            </a:pPr>
            <a:r>
              <a:t>Compare estimated and actual usage where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A6F5CE"/>
                </a:solidFill>
                <a:latin typeface="Aptos"/>
              </a:defRPr>
            </a:pPr>
            <a:r>
              <a:t>A single dashboard brings the main energy tasks together.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624328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Enter appliance power, quantity, and daily usage time.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136392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026664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Calculate energy use using: kWh = (Watts × Quantity × Hours) ÷ 1000.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3648456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538728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Estimate cost using the configured electricity tariff.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4160520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4050791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Save records and review daily history and monthly summaries.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4672584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4562856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Estimate carbon footprint using a configurable emissions factor.</a:t>
            </a:r>
          </a:p>
        </p:txBody>
      </p:sp>
      <p:sp>
        <p:nvSpPr>
          <p:cNvPr id="18" name="Oval 17"/>
          <p:cNvSpPr/>
          <p:nvPr/>
        </p:nvSpPr>
        <p:spPr>
          <a:xfrm>
            <a:off x="1234440" y="5184648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5074920"/>
            <a:ext cx="9418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2F8F5"/>
                </a:solidFill>
                <a:latin typeface="Aptos"/>
              </a:defRPr>
            </a:pPr>
            <a:r>
              <a:t>Use energy-saving suggestions to make informed choices.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5836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2F8F5"/>
                </a:solidFill>
                <a:latin typeface="Aptos Display"/>
              </a:defRPr>
            </a:pPr>
            <a:r>
              <a:rPr dirty="0"/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52760" cy="4480560"/>
          </a:xfrm>
          <a:prstGeom prst="roundRect">
            <a:avLst/>
          </a:prstGeom>
          <a:solidFill>
            <a:srgbClr val="0F2B24"/>
          </a:solidFill>
          <a:ln w="12700"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075688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965960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Connect smart meters or IoT devices for automatic readings.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697480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587752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Add more accurate local electricity tariff slabs.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319272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209544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Predict future energy use from historical records.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41063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3831335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Create personalized recommendations based on usage 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562856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453128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Add downloadable reports and richer visual analytics.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5184648"/>
            <a:ext cx="77724" cy="77724"/>
          </a:xfrm>
          <a:prstGeom prst="ellipse">
            <a:avLst/>
          </a:prstGeom>
          <a:solidFill>
            <a:srgbClr val="40D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5074920"/>
            <a:ext cx="960120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2F8F5"/>
                </a:solidFill>
                <a:latin typeface="Aptos"/>
              </a:defRPr>
            </a:pPr>
            <a:r>
              <a:t>Evaluate the system with real users and measured energy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32120"/>
            <a:ext cx="9692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CD4D"/>
                </a:solidFill>
                <a:latin typeface="Aptos"/>
              </a:defRPr>
            </a:pPr>
            <a:r>
              <a:t>Future items are planned enhancements, not claims about the current prototype.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1080" y="2514600"/>
            <a:ext cx="1014984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4200" b="1">
                <a:solidFill>
                  <a:srgbClr val="F2F8F5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586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ROSHNI R</cp:lastModifiedBy>
  <cp:revision>3</cp:revision>
  <dcterms:created xsi:type="dcterms:W3CDTF">2013-01-27T09:14:16Z</dcterms:created>
  <dcterms:modified xsi:type="dcterms:W3CDTF">2026-10-20T13:42:18Z</dcterms:modified>
  <cp:category/>
</cp:coreProperties>
</file>